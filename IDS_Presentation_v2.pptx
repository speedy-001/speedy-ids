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1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0.png"/><Relationship Id="rId3" Type="http://schemas.openxmlformats.org/officeDocument/2006/relationships/image" Target="../media/image6.png"/><Relationship Id="rId2" Type="http://schemas.openxmlformats.org/officeDocument/2006/relationships/image" Target="../media/image12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217920" y="640080"/>
            <a:ext cx="2560320" cy="2560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502920"/>
            <a:ext cx="237744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502920"/>
            <a:ext cx="23774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</a:rPr>
              <a:t>CYBERSECURITY PROJECT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20040" y="1005840"/>
            <a:ext cx="566928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Intrusion Detection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(IDS)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20040" y="2834640"/>
            <a:ext cx="5943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Python-based network monitoring tool that detects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 floods, ICMP floods, and port scanning in real time.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live against a Kali Linux VM.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4800600"/>
            <a:ext cx="877824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Built by Favour Isioma  |  Speedy-Dynamic Global Services  &amp;  Sensi G-Technology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3B66"/>
          </a:solidFill>
          <a:ln w="12700">
            <a:solidFill>
              <a:srgbClr val="0D3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What is an Intrusion Detection System?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93192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Intrusion Detection System (IDS) monitors network traffic and system activity for signs of malicious behaviour, policy violations, or known attacks — and raises alerts when threats are detected.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846320" y="777240"/>
            <a:ext cx="1280160" cy="777240"/>
          </a:xfrm>
          <a:prstGeom prst="ellipse">
            <a:avLst/>
          </a:prstGeom>
          <a:solidFill>
            <a:srgbClr val="1C3A5E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777240"/>
            <a:ext cx="1280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INTERNET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120640" y="1874520"/>
            <a:ext cx="777240" cy="502920"/>
          </a:xfrm>
          <a:prstGeom prst="rect">
            <a:avLst/>
          </a:prstGeom>
          <a:solidFill>
            <a:srgbClr val="1C3A5E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0" y="1874520"/>
            <a:ext cx="777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B703"/>
                </a:solidFill>
              </a:rPr>
              <a:t>FIREWALL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983480" y="2697480"/>
            <a:ext cx="1051560" cy="530352"/>
          </a:xfrm>
          <a:prstGeom prst="rect">
            <a:avLst/>
          </a:prstGeom>
          <a:solidFill>
            <a:srgbClr val="003049"/>
          </a:solidFill>
          <a:ln w="25400">
            <a:solidFill>
              <a:srgbClr val="00B4D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72491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0096" y="2724912"/>
            <a:ext cx="65836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B4D8"/>
                </a:solidFill>
              </a:rPr>
              <a:t>IDS SENSOR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983480" y="3035808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B949E"/>
                </a:solidFill>
              </a:rPr>
              <a:t>Monitoring traffic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5120640" y="3520440"/>
            <a:ext cx="777240" cy="457200"/>
          </a:xfrm>
          <a:prstGeom prst="rect">
            <a:avLst/>
          </a:prstGeom>
          <a:solidFill>
            <a:srgbClr val="1C3A5E"/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120640" y="3520440"/>
            <a:ext cx="777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A90D9"/>
                </a:solidFill>
              </a:rPr>
              <a:t>SWITCH</a:t>
            </a:r>
            <a:endParaRPr lang="en-US" sz="7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42976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07408" y="4681728"/>
            <a:ext cx="411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PC</a:t>
            </a:r>
            <a:endParaRPr lang="en-US" sz="7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4297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029200" y="4681728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Server</a:t>
            </a:r>
            <a:endParaRPr lang="en-US" sz="7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429768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715000" y="4681728"/>
            <a:ext cx="4572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</a:rPr>
              <a:t>Laptop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6720840" y="2606040"/>
            <a:ext cx="2011680" cy="685800"/>
          </a:xfrm>
          <a:prstGeom prst="rect">
            <a:avLst/>
          </a:prstGeom>
          <a:solidFill>
            <a:srgbClr val="2D0A0A"/>
          </a:solidFill>
          <a:ln w="19050">
            <a:solidFill>
              <a:srgbClr val="FF4B4B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2670048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150608" y="2633472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4B4B"/>
                </a:solidFill>
              </a:rPr>
              <a:t>[ALERT] Threat Detected!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6784848" y="2990088"/>
            <a:ext cx="18745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</a:rPr>
              <a:t>Admin notified in real-time</a:t>
            </a:r>
            <a:endParaRPr lang="en-US" sz="800" dirty="0"/>
          </a:p>
        </p:txBody>
      </p:sp>
      <p:sp>
        <p:nvSpPr>
          <p:cNvPr id="25" name="Shape 18"/>
          <p:cNvSpPr/>
          <p:nvPr/>
        </p:nvSpPr>
        <p:spPr>
          <a:xfrm>
            <a:off x="5486400" y="1554480"/>
            <a:ext cx="0" cy="32004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486400" y="2377440"/>
            <a:ext cx="0" cy="320040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486400" y="3227832"/>
            <a:ext cx="0" cy="292608"/>
          </a:xfrm>
          <a:prstGeom prst="line">
            <a:avLst/>
          </a:prstGeom>
          <a:noFill/>
          <a:ln w="19050">
            <a:solidFill>
              <a:srgbClr val="8B949E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617720" y="3977640"/>
            <a:ext cx="0" cy="3200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257800" y="3977640"/>
            <a:ext cx="0" cy="3200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943600" y="3977640"/>
            <a:ext cx="0" cy="320040"/>
          </a:xfrm>
          <a:prstGeom prst="line">
            <a:avLst/>
          </a:prstGeom>
          <a:noFill/>
          <a:ln w="12700">
            <a:solidFill>
              <a:srgbClr val="8B949E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035040" y="2962656"/>
            <a:ext cx="658368" cy="0"/>
          </a:xfrm>
          <a:prstGeom prst="line">
            <a:avLst/>
          </a:prstGeom>
          <a:noFill/>
          <a:ln w="19050">
            <a:solidFill>
              <a:srgbClr val="FF4B4B"/>
            </a:solidFill>
            <a:prstDash val="dash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196596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5800" y="192024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IDS (NIDS)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85800" y="2267712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Sits on the network and inspects all passing packets — like a CCTV camera for your traffic.</a:t>
            </a:r>
            <a:endParaRPr lang="en-US" sz="10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292608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5800" y="288036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 IDS (HIDS)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685800" y="3227832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on a device and monitors local logs, files and processes for suspicious changes.</a:t>
            </a:r>
            <a:endParaRPr lang="en-US" sz="10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" y="3886200"/>
            <a:ext cx="320040" cy="3200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85800" y="3840480"/>
            <a:ext cx="32004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 in Real Time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685800" y="4187952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 attack threshold is crossed, admins are notified instantly before damage spreads.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432"/>
          </a:solidFill>
          <a:ln w="12700">
            <a:solidFill>
              <a:srgbClr val="1C24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</a:rPr>
              <a:t>Why IDS is Critical to Network Security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920240"/>
          </a:xfrm>
          <a:prstGeom prst="rect">
            <a:avLst/>
          </a:prstGeom>
          <a:solidFill>
            <a:srgbClr val="1C2432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4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breaches involve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network-level attacks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868680"/>
            <a:ext cx="1920240" cy="1920240"/>
          </a:xfrm>
          <a:prstGeom prst="rect">
            <a:avLst/>
          </a:prstGeom>
          <a:solidFill>
            <a:srgbClr val="1C2432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9601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197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450592" y="1691640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days avg. to identify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 breach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868680"/>
            <a:ext cx="1920240" cy="1920240"/>
          </a:xfrm>
          <a:prstGeom prst="rect">
            <a:avLst/>
          </a:prstGeom>
          <a:solidFill>
            <a:srgbClr val="1C2432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9601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24/7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26864" y="1691640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monitoring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automated IDS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868680"/>
            <a:ext cx="1920240" cy="1920240"/>
          </a:xfrm>
          <a:prstGeom prst="rect">
            <a:avLst/>
          </a:prstGeom>
          <a:solidFill>
            <a:srgbClr val="1C2432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03136" y="960120"/>
            <a:ext cx="19202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8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99%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03136" y="1691640"/>
            <a:ext cx="19202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attacks leave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detectable network traces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926080"/>
            <a:ext cx="8503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Benefits of Deploying an IDS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364992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" y="3346704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threat detection — catch attacks as they happen, not hours later</a:t>
            </a:r>
            <a:endParaRPr lang="en-US" sz="1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3767328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58368" y="374904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Forensic evidence — full packet logs for incident investigation and reporting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16966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8368" y="4151376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Compliance — helps meet PCI-DSS, HIPAA, ISO 27001 audit requirements</a:t>
            </a:r>
            <a:endParaRPr lang="en-US" sz="12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57200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8368" y="455371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attacker dwell time — limits the damage window of a successful breach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This IDS Works — Detection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194560" y="2212848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7552" y="932688"/>
            <a:ext cx="502920" cy="5029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932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7373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Packets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65960"/>
            <a:ext cx="173736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scapy sniff() captures every packet on the interface. store=0 prevents memory buildup.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70832" y="2212848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50592" y="86868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93268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932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42032" y="1508760"/>
            <a:ext cx="17373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Source 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42032" y="1965960"/>
            <a:ext cx="173736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packet is checked for IP layer. The source IP is extracted to track per-host activity.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47104" y="2212848"/>
            <a:ext cx="2743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86868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40096" y="932688"/>
            <a:ext cx="502920" cy="502920"/>
          </a:xfrm>
          <a:prstGeom prst="ellipse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932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18304" y="1508760"/>
            <a:ext cx="17373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Reset Counters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18304" y="1965960"/>
            <a:ext cx="173736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10 seconds, SYN and ICMP counters reset per IP — rate-per-window detection.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03136" y="86868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4B4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16368" y="932688"/>
            <a:ext cx="502920" cy="502920"/>
          </a:xfrm>
          <a:prstGeom prst="ellipse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16368" y="93268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4576" y="1508760"/>
            <a:ext cx="17373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Raise Alerts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94576" y="1965960"/>
            <a:ext cx="1737360" cy="1417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 &gt; 100 or ICMP &gt; 50 per window fires an ALERT. Port probes 1–1000 fire an INFO.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3639312"/>
            <a:ext cx="8503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</a:rPr>
              <a:t>Attack Types Detected</a:t>
            </a:r>
            <a:endParaRPr lang="en-US" sz="13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4041648"/>
            <a:ext cx="320040" cy="3200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22376" y="400507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 Flood  </a:t>
            </a: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100 SYN packets / 10s window</a:t>
            </a:r>
            <a:endParaRPr lang="en-US" sz="11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4041648"/>
            <a:ext cx="320040" cy="3200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648456" y="400507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ICMP Flood  </a:t>
            </a: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 50 ICMP packets / 10s window</a:t>
            </a:r>
            <a:endParaRPr lang="en-US" sz="115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041648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74536" y="4005072"/>
            <a:ext cx="24688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Scanning  </a:t>
            </a:r>
            <a:r>
              <a:rPr lang="en-US" sz="11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TCP probes on ports 1–1000 detected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432"/>
          </a:solidFill>
          <a:ln w="12700">
            <a:solidFill>
              <a:srgbClr val="1C24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384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897"/>
                </a:solidFill>
              </a:rPr>
              <a:t>The Code — Python IDS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804672"/>
            <a:ext cx="5486400" cy="4114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859536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#!/bin/python</a:t>
            </a:r>
            <a:endParaRPr lang="en-US" sz="820" dirty="0"/>
          </a:p>
        </p:txBody>
      </p:sp>
      <p:sp>
        <p:nvSpPr>
          <p:cNvPr id="7" name="Text 4"/>
          <p:cNvSpPr/>
          <p:nvPr/>
        </p:nvSpPr>
        <p:spPr>
          <a:xfrm>
            <a:off x="411480" y="1001268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scapy.all import sniff, IP, TCP, ICMP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411480" y="1143000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collections import defaultdict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411480" y="1284732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B4D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time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411480" y="1426464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411480" y="1568196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ip_counts = defaultdict(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411480" y="1709928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lambda: {'SYN':0,'ICMP':0,'time':time.time()})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411480" y="1851660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411480" y="1993392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B70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def packet_handler(packet):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411480" y="2135124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IP in packet: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411480" y="2276856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ip_src = packet[IP].src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411480" y="2418588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now = time.time()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411480" y="2560320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now - ip_counts[ip_src]['time'] &gt; 10: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411480" y="2702052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ip_counts[ip_src] = {'SYN':0,'ICMP':0,'time':now}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411480" y="2843784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TCP in packet and packet[TCP].flags == 'S':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11480" y="2985516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ip_counts[ip_src]['SYN'] += 1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411480" y="3127248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ip_counts[ip_src]['SYN'] &gt; 100: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411480" y="3268980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4B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print(f"[ALERT] SYN Flood from {ip_src}")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411480" y="3410712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ICMP in packet: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411480" y="3552444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ip_counts[ip_src]['ICMP'] += 1</a:t>
            </a:r>
            <a:endParaRPr lang="en-US" sz="820" dirty="0"/>
          </a:p>
        </p:txBody>
      </p:sp>
      <p:sp>
        <p:nvSpPr>
          <p:cNvPr id="26" name="Text 23"/>
          <p:cNvSpPr/>
          <p:nvPr/>
        </p:nvSpPr>
        <p:spPr>
          <a:xfrm>
            <a:off x="411480" y="3694176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if ip_counts[ip_src]['ICMP'] &gt; 50: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411480" y="3835908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4B4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print(f"[ALERT] ICMP Flood from {ip_src}")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411480" y="3977640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if TCP in packet and packet[TCP].dport in range(1,1001):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411480" y="4119372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FFB70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print(f"[INFO] Port probe from {ip_src}")</a:t>
            </a:r>
            <a:endParaRPr lang="en-US" sz="820" dirty="0"/>
          </a:p>
        </p:txBody>
      </p:sp>
      <p:sp>
        <p:nvSpPr>
          <p:cNvPr id="30" name="Text 27"/>
          <p:cNvSpPr/>
          <p:nvPr/>
        </p:nvSpPr>
        <p:spPr>
          <a:xfrm>
            <a:off x="411480" y="4261104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411480" y="4402836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C8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print("[*] Starting IDS...")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411480" y="4544568"/>
            <a:ext cx="5212080" cy="160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00C897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sniff(prn=packet_handler, store=0)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5989320" y="804672"/>
            <a:ext cx="2834640" cy="4114800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80760" y="859536"/>
            <a:ext cx="2651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Design Decisions</a:t>
            </a:r>
            <a:endParaRPr lang="en-US" sz="130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353312"/>
            <a:ext cx="274320" cy="27432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419088" y="1335024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scapy sniff()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080760" y="1636776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Captures raw packets off the wire. store=0 discards after processing — avoids memory exhaustion.</a:t>
            </a:r>
            <a:endParaRPr lang="en-US" sz="95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267712"/>
            <a:ext cx="274320" cy="27432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19088" y="2249424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Rate-window model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080760" y="2551176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Counters reset every 10 seconds. Catches burst attacks that stay under long-term averages.</a:t>
            </a:r>
            <a:endParaRPr lang="en-US" sz="95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182112"/>
            <a:ext cx="274320" cy="27432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6419088" y="3163824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alerts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6080760" y="3465576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&gt;100 SYN or &gt;50 ICMP triggers ALERT — easily piped to a SIEM or log file.</a:t>
            </a:r>
            <a:endParaRPr lang="en-US" sz="95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4096512"/>
            <a:ext cx="274320" cy="274320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6419088" y="4078224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Port scan detect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080760" y="4379976"/>
            <a:ext cx="2651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TCP to ports 1–1000 is flagged as INFO — mirrors Nmap's default scan range.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C2432"/>
          </a:solidFill>
          <a:ln w="12700">
            <a:solidFill>
              <a:srgbClr val="1C243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384" y="0"/>
            <a:ext cx="82296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703"/>
                </a:solidFill>
              </a:rPr>
              <a:t>Live Demo — IDS in Action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35204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20040" y="4462272"/>
            <a:ext cx="288036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FF4B4B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4590288"/>
            <a:ext cx="237744" cy="237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85800" y="4517136"/>
            <a:ext cx="24414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[ALERT] Port scan &amp; SYN Flood alerts firing as Nmap probes ports on 192.168.239.1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3383280" y="4462272"/>
            <a:ext cx="288036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4590288"/>
            <a:ext cx="237744" cy="2377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749040" y="4517136"/>
            <a:ext cx="24414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Nmap intense scan (-T4 -A -v) used as the attacking tool from Windows host</a:t>
            </a:r>
            <a:endParaRPr lang="en-US" sz="900" dirty="0"/>
          </a:p>
        </p:txBody>
      </p:sp>
      <p:sp>
        <p:nvSpPr>
          <p:cNvPr id="12" name="Shape 6"/>
          <p:cNvSpPr/>
          <p:nvPr/>
        </p:nvSpPr>
        <p:spPr>
          <a:xfrm>
            <a:off x="6492240" y="4462272"/>
            <a:ext cx="288036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590288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858000" y="4517136"/>
            <a:ext cx="244144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running as root on Kali Linux VM — required for raw packet capture via scapy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Attack Scenarios &amp; How the IDS Responds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97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4B4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664208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996696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960120"/>
            <a:ext cx="3611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4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 Flood Attack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84048" y="1362456"/>
            <a:ext cx="4069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sends thousands of TCP SYN packets to exhaust the server's connection table — a classic DoS technique.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4048" y="1874520"/>
            <a:ext cx="4069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4B4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Response: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counts SYN packets from each source IP. If &gt;100 SYN packets arrive within a 10-second window, an ALERT fires with the attacker's IP.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697480"/>
            <a:ext cx="4297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B70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697480"/>
            <a:ext cx="54864" cy="166420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2825496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788920"/>
            <a:ext cx="3611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ICMP Flood (Ping Flood)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4048" y="3191256"/>
            <a:ext cx="4069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blasts the target with ICMP Echo Requests to saturate bandwidth and cause service disruption.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84048" y="3703320"/>
            <a:ext cx="4069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70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Response: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counts ICMP packets per source. If &gt;50 ICMP packets arrive within 10 seconds from one IP, an ALERT is fired to the console.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00600" y="868680"/>
            <a:ext cx="4297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00600" y="868680"/>
            <a:ext cx="54864" cy="1664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996696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960120"/>
            <a:ext cx="3611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Nmap / Port Scanning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910328" y="1362456"/>
            <a:ext cx="4069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 probes ports 1–1000 to map open services for a later targeted attack — exactly what we tested live.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910328" y="1874520"/>
            <a:ext cx="4069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Response: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detects any TCP packet to ports 1–1000 and logs an INFO notice, allowing admins to identify reconnaissance as it happens.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800600" y="2697480"/>
            <a:ext cx="42976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97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00600" y="2697480"/>
            <a:ext cx="54864" cy="1664208"/>
          </a:xfrm>
          <a:prstGeom prst="rect">
            <a:avLst/>
          </a:prstGeom>
          <a:solidFill>
            <a:srgbClr val="00C897"/>
          </a:solidFill>
          <a:ln w="12700">
            <a:solidFill>
              <a:srgbClr val="00C897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2825496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49240" y="2788920"/>
            <a:ext cx="3611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Future: Payload Signatures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10328" y="3191256"/>
            <a:ext cx="4069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 exploit payloads — shellcode, specific HTTP patterns — can be identified by matching packet content.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910328" y="3703320"/>
            <a:ext cx="4069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IDS Response:  </a:t>
            </a: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is extensible: add packet[Raw].load inspection to the handler for payload-level signature matching.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029200" y="274320"/>
            <a:ext cx="3840480" cy="3840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74320"/>
            <a:ext cx="6858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&amp; Takeaways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914400"/>
            <a:ext cx="53035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15568"/>
            <a:ext cx="329184" cy="3291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86384" y="1115568"/>
            <a:ext cx="502920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1133856"/>
            <a:ext cx="47548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IDS is a foundational security tool — it turns invisible network attacks into visible, actionable alerts.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19656"/>
            <a:ext cx="329184" cy="32918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86384" y="1819656"/>
            <a:ext cx="502920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914400" y="1837944"/>
            <a:ext cx="47548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Python IDS uses Scapy with a sliding rate-window model to detect floods and port scanning live.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23744"/>
            <a:ext cx="329184" cy="32918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86384" y="2523744"/>
            <a:ext cx="502920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914400" y="2542032"/>
            <a:ext cx="47548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Tested live: Nmap intense scan on Kali VM triggered real-time ALERT and INFO messages within seconds.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227832"/>
            <a:ext cx="329184" cy="32918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786384" y="3227832"/>
            <a:ext cx="502920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914400" y="3246120"/>
            <a:ext cx="47548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Lightweight architecture — no database, no storage — deployable on any Linux machine with Python.</a:t>
            </a:r>
            <a:endParaRPr lang="en-US" sz="11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931920"/>
            <a:ext cx="329184" cy="329184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86384" y="3931920"/>
            <a:ext cx="5029200" cy="566928"/>
          </a:xfrm>
          <a:prstGeom prst="rect">
            <a:avLst/>
          </a:prstGeom>
          <a:solidFill>
            <a:srgbClr val="1C243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1"/>
          <p:cNvSpPr/>
          <p:nvPr/>
        </p:nvSpPr>
        <p:spPr>
          <a:xfrm>
            <a:off x="914400" y="3950208"/>
            <a:ext cx="47548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steps: log to file, SIEM integration, payload signature detection, and a web dashboard.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182880" y="4617720"/>
            <a:ext cx="877824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5367</Words>
  <Application>WPS Presentation</Application>
  <PresentationFormat>On-screen Show (16:9)</PresentationFormat>
  <Paragraphs>227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Isioma Favour</cp:lastModifiedBy>
  <cp:revision>2</cp:revision>
  <dcterms:created xsi:type="dcterms:W3CDTF">2026-06-05T10:09:00Z</dcterms:created>
  <dcterms:modified xsi:type="dcterms:W3CDTF">2026-06-05T14:13:42Z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4C5B9A25AB0247FFA98983654E5D1A47_12</vt:lpwstr>
  </property>
  <property fmtid="{D5CDD505-2E9C-101B-9397-08002B2CF9AE}" pid="3" name="KSOProductBuildVer">
    <vt:lpwstr>1033-12.1.0.26372</vt:lpwstr>
  </property>
</Properties>
</file>